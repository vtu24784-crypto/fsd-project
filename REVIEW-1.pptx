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7" r:id="rId12"/>
    <p:sldId id="268" r:id="rId13"/>
    <p:sldId id="266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102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27-03-2026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689304" y="5907881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Full-Stack Skill Learning Academy Marketplace with Secure Authentication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428362" y="7800539"/>
            <a:ext cx="9858638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K. SUJITH REDDY – VTU24787 – 23UECS1097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Dr.Hafizur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Rahman -Assistant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170621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905000" y="1730578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online learning has created a need for platforms that connect learners with quality skill-based courses in one place.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systems focus only on video hosting and ignore smooth dashboards for students, instructors, and admins.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important because it provides a full-stack solution with secure authentication and role-based access for all users.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relevant in the real world for colleges, training institutes, and individual tutors who want to run their own mini “Udemy-like” platform.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instructors to create courses, admins to approve them, and students to enroll, learn, track progress, and post reviews.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focuses on clean UI, smooth navigation, and secure handling of user data and course operations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Learners struggle to find a single platform that offers structured, skill-focused courses with clear progress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platforms lack separate, well-designed dashboards for students, instructors, and admins, causing confusion and poor workflow.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Instructors often do not have simple tools to create, manage, and publish courses with proper approval from administrators.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may not enforce secure authentication and role-based access, risking unauthorized access to sensitive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integrated, secure full-stack system that manages courses, enrollments, lessons, and reviews in one place.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90500" y="27224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496318" y="2921550"/>
            <a:ext cx="15082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full-stack Skill Learning Academy Marketplace with secure, role-based authentication for students, instructors, and admins.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course creation, approval, enrollment, lesson tracking, and review features in a single, smooth and user-friendly web platform.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overall learning experience with a modern UI, clear dashboards, and structured navigation for all user roles.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42969" y="1863764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full-stack web application called “Skill Learning Academy Marketplace” built with PHP, MySQL, HTML, CSS, and role-based authentication.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register, browse published courses, enroll, access lessons, track progress, and submit reviews from a dedicated dashboard.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Instructors get their own panel to create courses, add structured lessons (video/PDF/text), and see enrollments.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can review instructor courses, approve or reject them, manage users, and control which content is visible to students.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with hashed passwords and role checks prevents unauthorized access to admin/instructor/student features.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solves fragmentation by handling courses, enrollments, lessons, and reviews in a single integrated platform.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usability compared to many basic systems by providing clean dashboards and smooth navigation for each role.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flexible enough to be used by colleges, coaching centers, or individual trainers as their own mini learning marketplace.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Users enter data through web pages (registration, login, course creation, lesson creation, enroll, reviews) using HTML forms in browser.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 PHP backend validates input, applies business logic (auth checks, role checks, course approval, enrollment, progress update), and prepares responses.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 stores users, roles, courses, lessons, enrollments, lesson progress, and reviews in relational tables with foreign keys.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The system returns dynamic web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pages like dashboards, course lists, course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details, lesson player, admin panels, and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confirmation messages back to the browser.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763688-8CA8-44BD-BAE7-5AA7F7107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8856" y="4134845"/>
            <a:ext cx="8596744" cy="55806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249677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BA305D-034E-4B1F-A801-CA207A812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1485900"/>
            <a:ext cx="131064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704035" y="1835672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HTML5, CSS3, JavaScript for responsive UI and dashboards.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PHP 8 (core PHP) for business logic, authentication, and role-based access.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 for storing users, courses, lessons, enrollments, progress, and reviews.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XAMPP (Apache, PHP, MySQL), phpMyAdmin for DB management, VS Code for coding, browser dev tools for testing UI.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 Standard PC or laptop with at least 4 GB RAM, modern web browser, and local server environment.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 Windows OS, XAMPP stack installed, modern browser (Chrome/Edge), and code editor (VS Code/ Sublime)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Authentication &amp; User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registration, secure login, role-based access (student/instructor/admin), and basic profile handling using hashed passwords and sessions.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Course &amp; Lesson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instructors to create courses, add structured lessons (video/PDF/text), and lets admins approve or reject courses before publishing.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Enrollment &amp; Progress Tracking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student enrollments into published courses and records lesson completion to show learning progress on the dashboard.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Reviews &amp; Admin Control Panel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students to rate and review courses, and provides admins with dashboards to monitor users, courses, and overall platform activity.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featured courses, trending categories, and a modern hero section that introduces the Skill Learning Academy platform to users.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F0DE4F-658F-4CDD-8FC1-8F17E4E75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177" y="2575642"/>
            <a:ext cx="7590178" cy="747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ogin Page: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login for students, instructors, and admins with clean input forms and role-based redirection after successful authentication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E7F675-F2F9-4A7A-961D-91ED5A78E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598" y="3616811"/>
            <a:ext cx="7407282" cy="465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Module – Student Dashboard: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enrolled courses, basic stats (enrolled, completed, in-progress), and quick links to continue lessons in a structured layout.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935626-9B65-452D-B607-A1294F0F1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3310753"/>
            <a:ext cx="8610600" cy="59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06F7A60-3B47-4F60-89F8-4623DF6C8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777" y="1028700"/>
            <a:ext cx="16003387" cy="804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410A79-337F-4EE3-A043-DE4A5E46FB55}"/>
              </a:ext>
            </a:extLst>
          </p:cNvPr>
          <p:cNvSpPr txBox="1"/>
          <p:nvPr/>
        </p:nvSpPr>
        <p:spPr>
          <a:xfrm>
            <a:off x="2642946" y="1470197"/>
            <a:ext cx="14050370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complete end‑to‑end learning marketplace in one integrated system (auth, courses, lessons, enrollments, reviews).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dashboards for students, instructors, and admins improve clarity, usability, and workflow.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secure authentication with hashed passwords and basic CSRF protection to reduce common security risks.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with widely used technologies (PHP, MySQL, HTML, CSS) that are easy to deploy on shared hosting or local servers.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yet include payment gateway integration for real paid course transactions.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UI only; no advanced front-end framework (like React/Vue) or mobile app version is included.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analytics and reporting; only simple stats are provided on dashboards.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1305</Words>
  <Application>Microsoft Office PowerPoint</Application>
  <PresentationFormat>Custom</PresentationFormat>
  <Paragraphs>227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Calibri</vt:lpstr>
      <vt:lpstr>Cambria</vt:lpstr>
      <vt:lpstr>Arial</vt:lpstr>
      <vt:lpstr>Gotham Bold Italics</vt:lpstr>
      <vt:lpstr>Gotham</vt:lpstr>
      <vt:lpstr>Bookman Old Style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NANI</dc:creator>
  <cp:lastModifiedBy>Hasan Raja</cp:lastModifiedBy>
  <cp:revision>20</cp:revision>
  <dcterms:created xsi:type="dcterms:W3CDTF">2006-08-16T00:00:00Z</dcterms:created>
  <dcterms:modified xsi:type="dcterms:W3CDTF">2026-04-09T05:44:03Z</dcterms:modified>
  <dc:identifier>DAHCaYqJ9OU</dc:identifier>
</cp:coreProperties>
</file>